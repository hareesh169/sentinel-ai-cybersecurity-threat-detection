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2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1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6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3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18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53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5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23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7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45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87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24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57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87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2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886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80" y="792663"/>
            <a:ext cx="7511473" cy="1312480"/>
          </a:xfrm>
        </p:spPr>
        <p:txBody>
          <a:bodyPr>
            <a:noAutofit/>
          </a:bodyPr>
          <a:lstStyle/>
          <a:p>
            <a:r>
              <a:rPr sz="3600" dirty="0"/>
              <a:t>Sentinel AI – Autonomous Cybersecurity Threat Detection System</a:t>
            </a:r>
            <a:br>
              <a:rPr lang="en-IN" sz="4000" dirty="0"/>
            </a:b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828800"/>
            <a:ext cx="8192168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AI-Powered Threat Detection &amp; Security Monitoring Platform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000" dirty="0"/>
              <a:t>Hack &amp; Break: Generative AI &amp; Cybersecurity Innovation Challenge</a:t>
            </a:r>
          </a:p>
          <a:p>
            <a:endParaRPr lang="en-IN" dirty="0"/>
          </a:p>
          <a:p>
            <a:r>
              <a:rPr lang="en-IN" dirty="0"/>
              <a:t>Team Members:</a:t>
            </a:r>
          </a:p>
          <a:p>
            <a:pPr marL="0" indent="0">
              <a:buNone/>
            </a:pPr>
            <a:r>
              <a:rPr lang="en-IN" dirty="0"/>
              <a:t>     ANU RANJANA M J</a:t>
            </a:r>
          </a:p>
          <a:p>
            <a:pPr marL="0" indent="0">
              <a:buNone/>
            </a:pPr>
            <a:r>
              <a:rPr lang="en-IN" dirty="0"/>
              <a:t>     HAMSARAJ A</a:t>
            </a:r>
          </a:p>
          <a:p>
            <a:pPr marL="0" indent="0">
              <a:buNone/>
            </a:pPr>
            <a:r>
              <a:rPr lang="en-IN" dirty="0"/>
              <a:t>     HAREESH 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Department of Information Technology</a:t>
            </a:r>
          </a:p>
          <a:p>
            <a:pPr marL="0" indent="0">
              <a:buNone/>
            </a:pPr>
            <a:r>
              <a:rPr lang="en-IN" dirty="0"/>
              <a:t>Easwari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541" y="1920736"/>
            <a:ext cx="7440749" cy="4041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Increasing cyber threats such as phishing, malware, and data breaches</a:t>
            </a:r>
          </a:p>
          <a:p>
            <a:pPr marL="0" indent="0">
              <a:buNone/>
            </a:pPr>
            <a:r>
              <a:rPr dirty="0"/>
              <a:t>• Traditional security systems rely on fixed rules</a:t>
            </a:r>
          </a:p>
          <a:p>
            <a:pPr marL="0" indent="0">
              <a:buNone/>
            </a:pPr>
            <a:r>
              <a:rPr dirty="0"/>
              <a:t>• Difficulty detecting new or evolving cyber attacks</a:t>
            </a:r>
          </a:p>
          <a:p>
            <a:pPr marL="0" indent="0">
              <a:buNone/>
            </a:pPr>
            <a:r>
              <a:rPr dirty="0"/>
              <a:t>• Need for intelligent automated threat detection systems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• Security analysts must review thousands of alerts, making it difficult to identify genuine threats quickly.</a:t>
            </a:r>
          </a:p>
          <a:p>
            <a:pPr marL="0" indent="0">
              <a:buNone/>
            </a:pPr>
            <a:r>
              <a:rPr lang="en-US" dirty="0"/>
              <a:t>• Organizations require an AI-driven solution that can automatically analyze security data and detect suspicious patterns in real time.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71" y="1691148"/>
            <a:ext cx="4739147" cy="48768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Sentinel AI analyzes system logs and network activity</a:t>
            </a:r>
          </a:p>
          <a:p>
            <a:pPr marL="0" indent="0">
              <a:buNone/>
            </a:pPr>
            <a:r>
              <a:rPr dirty="0"/>
              <a:t>• Uses machine learning to detect anomalies</a:t>
            </a:r>
          </a:p>
          <a:p>
            <a:pPr marL="0" indent="0">
              <a:buNone/>
            </a:pPr>
            <a:r>
              <a:rPr dirty="0"/>
              <a:t>• Generates real-time alerts for suspicious behavior</a:t>
            </a:r>
          </a:p>
          <a:p>
            <a:pPr marL="0" indent="0">
              <a:buNone/>
            </a:pPr>
            <a:r>
              <a:rPr dirty="0"/>
              <a:t>• Provides AI‑generated security insights and mitigation suggestions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•When suspicious behavior is detected, the system immediately sends alerts through a monitoring dashboard to notify administrators.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2A21B-B987-35BD-247C-8B049E035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395" y="2440040"/>
            <a:ext cx="3979605" cy="2653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80" y="386272"/>
            <a:ext cx="7511473" cy="1312480"/>
          </a:xfrm>
        </p:spPr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537583"/>
            <a:ext cx="4795872" cy="4576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Backend: Python / </a:t>
            </a:r>
            <a:r>
              <a:rPr dirty="0" err="1"/>
              <a:t>FastAPI</a:t>
            </a:r>
            <a:endParaRPr dirty="0"/>
          </a:p>
          <a:p>
            <a:pPr marL="0" indent="0">
              <a:buNone/>
            </a:pPr>
            <a:r>
              <a:rPr dirty="0"/>
              <a:t>• Frontend: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pPr marL="0" indent="0">
              <a:buNone/>
            </a:pPr>
            <a:r>
              <a:rPr dirty="0"/>
              <a:t>• AI Models: Machine Learning + Generative AI</a:t>
            </a:r>
          </a:p>
          <a:p>
            <a:pPr marL="0" indent="0">
              <a:buNone/>
            </a:pPr>
            <a:r>
              <a:rPr dirty="0"/>
              <a:t>• Database: MongoDB</a:t>
            </a:r>
          </a:p>
          <a:p>
            <a:pPr marL="0" indent="0">
              <a:buNone/>
            </a:pPr>
            <a:r>
              <a:rPr dirty="0"/>
              <a:t>• Security Analysis: Log monitoring and anomaly detection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• AI-driven threat detection capable of identifying unknown attack patterns.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3C5C9-B262-8922-D22A-70B7EF17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361" y="1537583"/>
            <a:ext cx="4584983" cy="2355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876" y="15915"/>
            <a:ext cx="7511473" cy="1312480"/>
          </a:xfrm>
        </p:spPr>
        <p:txBody>
          <a:bodyPr/>
          <a:lstStyle/>
          <a:p>
            <a:r>
              <a:rPr dirty="0"/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65B325-5EA3-AAC5-3667-2F5003C1B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097" y="1057558"/>
            <a:ext cx="7952027" cy="5624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ABF2-CB43-FF65-123C-943361E2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Sentinel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0365-08AA-3254-55C6-9B6F3665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7" y="1908498"/>
            <a:ext cx="7515640" cy="44797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Real-Time Threat Detection</a:t>
            </a:r>
            <a:br>
              <a:rPr lang="en-US" dirty="0"/>
            </a:br>
            <a:r>
              <a:rPr lang="en-US" dirty="0"/>
              <a:t>Continuously monitors system logs and network activity to identify suspicious patterns.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AI-Driven Anomaly Detection</a:t>
            </a:r>
            <a:br>
              <a:rPr lang="en-US" dirty="0"/>
            </a:br>
            <a:r>
              <a:rPr lang="en-US" dirty="0"/>
              <a:t>Machine learning models detect unusual behavior that may indicate cyber attacks.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Generative AI Threat Explanation</a:t>
            </a:r>
            <a:br>
              <a:rPr lang="en-US" dirty="0"/>
            </a:br>
            <a:r>
              <a:rPr lang="en-US" dirty="0"/>
              <a:t>Automatically generates explanations and mitigation suggestions for detected threats.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Interactive Monitoring Dashboard</a:t>
            </a:r>
            <a:br>
              <a:rPr lang="en-US" dirty="0"/>
            </a:br>
            <a:r>
              <a:rPr lang="en-US" dirty="0"/>
              <a:t>Provides administrators with a clear overview of system security status and alerts.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Automated Alert System</a:t>
            </a:r>
            <a:br>
              <a:rPr lang="en-US" dirty="0"/>
            </a:br>
            <a:r>
              <a:rPr lang="en-US" dirty="0"/>
              <a:t>Instant notifications when potential threats are detected.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02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B977-562F-254F-3FAD-774657C9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AD88-4EA6-1376-AFE0-7FDF89FF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80" y="1494503"/>
            <a:ext cx="5198073" cy="52799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Enterprise Security Monitoring</a:t>
            </a:r>
            <a:br>
              <a:rPr lang="en-US" dirty="0"/>
            </a:br>
            <a:r>
              <a:rPr lang="en-US" dirty="0"/>
              <a:t>Protects company systems and sensitive data from cyber threats.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Educational Institutions</a:t>
            </a:r>
            <a:br>
              <a:rPr lang="en-US" dirty="0"/>
            </a:br>
            <a:r>
              <a:rPr lang="en-US" dirty="0"/>
              <a:t>Monitors and protects student databases and internal networks.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Cloud Infrastructure Security</a:t>
            </a:r>
            <a:br>
              <a:rPr lang="en-US" dirty="0"/>
            </a:br>
            <a:r>
              <a:rPr lang="en-US" dirty="0"/>
              <a:t>Detects vulnerabilities in cloud environments.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Small Business Protection</a:t>
            </a:r>
            <a:br>
              <a:rPr lang="en-US" dirty="0"/>
            </a:br>
            <a:r>
              <a:rPr lang="en-US" dirty="0"/>
              <a:t>Provides affordable AI-based cybersecurity solutions.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3D841-C4FD-6D53-4F49-628874AC6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560303"/>
            <a:ext cx="3352800" cy="248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9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FDC8-6FDE-38DB-43C9-49519631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218030"/>
            <a:ext cx="7511473" cy="1312480"/>
          </a:xfrm>
        </p:spPr>
        <p:txBody>
          <a:bodyPr/>
          <a:lstStyle/>
          <a:p>
            <a:r>
              <a:rPr lang="en-US" dirty="0"/>
              <a:t>Why Sentinel AI is Better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3D44A2-2600-2EE4-D194-400F9699EA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893281"/>
              </p:ext>
            </p:extLst>
          </p:nvPr>
        </p:nvGraphicFramePr>
        <p:xfrm>
          <a:off x="737419" y="1908498"/>
          <a:ext cx="7511474" cy="4353485"/>
        </p:xfrm>
        <a:graphic>
          <a:graphicData uri="http://schemas.openxmlformats.org/drawingml/2006/table">
            <a:tbl>
              <a:tblPr/>
              <a:tblGrid>
                <a:gridCol w="3755737">
                  <a:extLst>
                    <a:ext uri="{9D8B030D-6E8A-4147-A177-3AD203B41FA5}">
                      <a16:colId xmlns:a16="http://schemas.microsoft.com/office/drawing/2014/main" val="3701231461"/>
                    </a:ext>
                  </a:extLst>
                </a:gridCol>
                <a:gridCol w="3755737">
                  <a:extLst>
                    <a:ext uri="{9D8B030D-6E8A-4147-A177-3AD203B41FA5}">
                      <a16:colId xmlns:a16="http://schemas.microsoft.com/office/drawing/2014/main" val="2416045396"/>
                    </a:ext>
                  </a:extLst>
                </a:gridCol>
              </a:tblGrid>
              <a:tr h="870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Traditional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Sentinel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184297"/>
                  </a:ext>
                </a:extLst>
              </a:tr>
              <a:tr h="87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Rule-based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AI-powered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952859"/>
                  </a:ext>
                </a:extLst>
              </a:tr>
              <a:tr h="87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Automated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517082"/>
                  </a:ext>
                </a:extLst>
              </a:tr>
              <a:tr h="87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05856"/>
                  </a:ext>
                </a:extLst>
              </a:tr>
              <a:tr h="87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adaptability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Learns from new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36501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17EBF1F-580E-94D5-3ED8-CE3D43ED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622" y="0"/>
            <a:ext cx="1748541" cy="174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0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7191-05D6-F155-6B40-2B023919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48" y="320715"/>
            <a:ext cx="7511473" cy="1312480"/>
          </a:xfrm>
        </p:spPr>
        <p:txBody>
          <a:bodyPr/>
          <a:lstStyle/>
          <a:p>
            <a:r>
              <a:rPr lang="en-IN" dirty="0"/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1FB92-01CF-C68C-4D49-AC3D4E91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8" y="2060898"/>
            <a:ext cx="4727046" cy="40411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Step 1</a:t>
            </a:r>
            <a:br>
              <a:rPr lang="en-US" dirty="0"/>
            </a:br>
            <a:r>
              <a:rPr lang="en-US" dirty="0"/>
              <a:t>Collect system logs and network data.</a:t>
            </a:r>
          </a:p>
          <a:p>
            <a:r>
              <a:rPr lang="en-US" dirty="0"/>
              <a:t>Step 2</a:t>
            </a:r>
            <a:br>
              <a:rPr lang="en-US" dirty="0"/>
            </a:br>
            <a:r>
              <a:rPr lang="en-US" dirty="0"/>
              <a:t>Preprocess and clean the data.</a:t>
            </a:r>
          </a:p>
          <a:p>
            <a:r>
              <a:rPr lang="en-US" dirty="0"/>
              <a:t>Step 3</a:t>
            </a:r>
            <a:br>
              <a:rPr lang="en-US" dirty="0"/>
            </a:br>
            <a:r>
              <a:rPr lang="en-US" dirty="0"/>
              <a:t>Train machine learning model for anomaly detection.</a:t>
            </a:r>
          </a:p>
          <a:p>
            <a:r>
              <a:rPr lang="en-US" dirty="0"/>
              <a:t>Step 4</a:t>
            </a:r>
            <a:br>
              <a:rPr lang="en-US" dirty="0"/>
            </a:br>
            <a:r>
              <a:rPr lang="en-US" dirty="0"/>
              <a:t>Integrate generative AI to analyze threats.</a:t>
            </a:r>
          </a:p>
          <a:p>
            <a:r>
              <a:rPr lang="en-US" dirty="0"/>
              <a:t>Step 5</a:t>
            </a:r>
            <a:br>
              <a:rPr lang="en-US" dirty="0"/>
            </a:br>
            <a:r>
              <a:rPr lang="en-US" dirty="0"/>
              <a:t>Develop dashboard for monitoring alerts.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75F01-590D-DB12-5A93-DC5CB1B1F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13" y="2060897"/>
            <a:ext cx="3392129" cy="3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0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295429"/>
            <a:ext cx="7511473" cy="1312480"/>
          </a:xfrm>
        </p:spPr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288026"/>
            <a:ext cx="7720220" cy="48140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Integration with SIEM tools to enable centralized security monitoring and event correlation across enterprise systems.</a:t>
            </a:r>
          </a:p>
          <a:p>
            <a:pPr marL="0" indent="0">
              <a:buNone/>
            </a:pPr>
            <a:r>
              <a:rPr lang="en-US" dirty="0"/>
              <a:t>• Real-time network packet monitoring to detect suspicious traffic and cyber attacks as they occur.</a:t>
            </a:r>
          </a:p>
          <a:p>
            <a:pPr marL="0" indent="0">
              <a:buNone/>
            </a:pPr>
            <a:r>
              <a:rPr lang="en-US" dirty="0"/>
              <a:t>• Automated threat response mechanisms that can instantly block malicious IPs or isolate compromised systems.</a:t>
            </a:r>
          </a:p>
          <a:p>
            <a:pPr marL="0" indent="0">
              <a:buNone/>
            </a:pPr>
            <a:r>
              <a:rPr lang="en-US" dirty="0"/>
              <a:t>• AI-powered vulnerability scanning to identify potential security weaknesses before attackers exploit them.</a:t>
            </a:r>
          </a:p>
          <a:p>
            <a:pPr marL="0" indent="0">
              <a:buNone/>
            </a:pPr>
            <a:r>
              <a:rPr lang="en-US" dirty="0"/>
              <a:t>• Cloud security integration to monitor and protect cloud infrastructure and distributed systems.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EF5A-6F2E-F434-FB5A-683A4452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80" y="369876"/>
            <a:ext cx="7511473" cy="131248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E93EE-FCC4-18DD-4353-0C8DAF530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582993"/>
            <a:ext cx="7631730" cy="4709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Sentinel AI is an intelligent cybersecurity solution that leverages machine learning and generative AI to detect, analyze, and respond to cyber threats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AI-powered threat detection improves the ability to identify suspicious activities and cyber attacks.</a:t>
            </a:r>
          </a:p>
          <a:p>
            <a:pPr marL="0" indent="0">
              <a:buNone/>
            </a:pPr>
            <a:r>
              <a:rPr lang="en-US" dirty="0"/>
              <a:t>• Generative AI insights help security teams understand threats and take appropriate actions.</a:t>
            </a:r>
          </a:p>
          <a:p>
            <a:pPr marL="0" indent="0">
              <a:buNone/>
            </a:pPr>
            <a:r>
              <a:rPr lang="en-US" dirty="0"/>
              <a:t>• Real-time monitoring and alerts allow faster response to potential security incidents.</a:t>
            </a:r>
          </a:p>
          <a:p>
            <a:pPr marL="0" indent="0">
              <a:buNone/>
            </a:pPr>
            <a:r>
              <a:rPr lang="en-US" dirty="0"/>
              <a:t>• Scalable architecture makes the system suitable for organizations of different sizes.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9459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103</TotalTime>
  <Words>604</Words>
  <Application>Microsoft Office PowerPoint</Application>
  <PresentationFormat>On-screen Show (4:3)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Sentinel AI – Autonomous Cybersecurity Threat Detection System </vt:lpstr>
      <vt:lpstr>Problem Statement</vt:lpstr>
      <vt:lpstr>Proposed Solution</vt:lpstr>
      <vt:lpstr>Technology Stack</vt:lpstr>
      <vt:lpstr>System Architecture</vt:lpstr>
      <vt:lpstr>Key Features of Sentinel AI</vt:lpstr>
      <vt:lpstr>Real-World Applications</vt:lpstr>
      <vt:lpstr>Why Sentinel AI is Better</vt:lpstr>
      <vt:lpstr>Implementation Plan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Hareesh</dc:creator>
  <cp:keywords/>
  <dc:description>generated using python-pptx</dc:description>
  <cp:lastModifiedBy>Hareesh S</cp:lastModifiedBy>
  <cp:revision>3</cp:revision>
  <dcterms:created xsi:type="dcterms:W3CDTF">2013-01-27T09:14:16Z</dcterms:created>
  <dcterms:modified xsi:type="dcterms:W3CDTF">2026-03-14T11:27:52Z</dcterms:modified>
  <cp:category/>
</cp:coreProperties>
</file>